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96"/>
  </p:normalViewPr>
  <p:slideViewPr>
    <p:cSldViewPr snapToGrid="0">
      <p:cViewPr varScale="1">
        <p:scale>
          <a:sx n="88" d="100"/>
          <a:sy n="88" d="100"/>
        </p:scale>
        <p:origin x="200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90566A-FB34-40BB-89ED-909F1B54E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15562EE-6A63-65AD-6725-D58C653B7B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C2BAAE-29D0-0685-DE12-FB5A469D0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92C3F7-6E59-E090-F543-63F11DABD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5CFEFF-D44E-A443-29C7-DB1804E4B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3626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F103CD-2A3B-957C-EC49-753C9E2F9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7EBBD17-02B2-FCF1-25E5-C3235F53D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F46DAB-5A75-5B6E-39C4-C359A430E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B06AA3-BD9D-0186-B1B7-20BB62CD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6395702-A898-D83B-C808-574ACB50E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0154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1E3CC9-C4CB-6ED7-2986-2DED393FA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D261FAC-6BFC-7FA5-047E-A03826CC3D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ED0179-471C-D5CB-5B88-9A7C60F30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6539B3-BB8D-D3BB-0055-FE420D4DA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2B7036-773C-9EC3-ADF2-5AD048652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4626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14C69C-30EC-D10D-B172-FD4ED807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CC1B55-0115-5DB4-23C5-C4FFA639E1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3F08616-4894-DFB7-985A-8898E373C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CD3602-4CCB-480E-97E1-DB82B580F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CC7435A-0BC3-DEEB-957E-35379009D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F6C2E5B-6AE6-0F86-F95A-93BEBA279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9339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3471AD-17C9-A001-F0C7-AA5FAE273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A7B8220-8A0E-BCC7-55A1-1A40130FE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79C290D-F019-E8E9-93B3-BF8C05D27D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78BAB3-0AA5-2A67-11E7-B39BBAD2FF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EAA196C-AC3B-7275-437C-DE854DFCFF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814B3ED-70E4-A29C-4183-718EBC81E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92A18E-3998-0F37-9690-3B7390C1F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5D06042-F89B-8612-ABB8-7260B1E6C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645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68D57B-8E63-240B-1B6F-77EB31DFD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5FD9C1-BFF3-6A2F-D44B-9975A795D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4C9F5B9-654C-167D-A899-2180727F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B450731-C926-1A12-09D3-AA9923942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548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84B6429-532D-C4FE-C511-8AEC05CBD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0DB8BFD-C0B5-018C-F3A0-95E6E77FB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82EE592-BBED-CB97-E496-1FAC3C280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2244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71CE3A-C7C4-36CB-D850-180EC4979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749CA9-4B33-4F22-C28E-24EC9A49E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8DB7482-B133-1A8A-2312-D6E515D28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E85100E-DA58-1882-40A7-3FD842EBF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48FC22-5220-E0EE-DF85-8D18FF741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40C55EC-447E-CA24-27A5-FC7483112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9881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52AFD4-9D64-5F0D-17F5-EE30A028D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C6CB6E-6840-CFEF-8916-E09C582CA0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C11B09B-38E3-EF6D-DBDB-94E52FAC62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6651F6F-4671-9D07-64AB-BC2605E9E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232FAA-BBC5-DA11-9153-4362C7511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54E7FAE-3068-71E4-2ABA-19E05A9E1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55081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4B5464-BF58-CFBE-D0C8-059B9BDA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4736-2FA5-1190-3031-F408C20C8E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9783B4-4080-DCA9-1D09-9AF42B84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D5AB79-1640-9B5A-0326-1C9E2514D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9EF0723-469C-BB66-61E4-1B39C7470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504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2C2C11D-FDAF-AE61-9F93-A7D445B654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43BD950-0B3C-D14B-FD42-5DB4C6D52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6A3C37-C190-878C-4562-DDCA92D32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DE83B1-7174-7868-A84A-7F898826D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E4EC120-E428-255F-08E7-8F298C764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001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98D1020-AE1E-A6AB-510C-8F4E3C2FA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98BBE29-D4F5-B6A1-46F1-BFF80A61F8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F0ED12-96F1-6F5A-5F74-1EC9368BD9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CFD282-C1FA-D646-8E86-A56CA00FB79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EB5D25-29CC-6799-F7F0-6DAE1C02A7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4098E5-3F86-01DB-FB84-21C90AC30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D3F26-AD0F-FC47-9ED8-571159D68F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3484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71EC0-13C8-2482-7018-27885F87D2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76B64C5-D80A-B101-9F65-AE8E636856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34688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三石 海人(is0637ki)</dc:creator>
  <cp:lastModifiedBy>三石 海人(is0637ki)</cp:lastModifiedBy>
  <cp:revision>1</cp:revision>
  <dcterms:created xsi:type="dcterms:W3CDTF">2025-12-11T04:48:17Z</dcterms:created>
  <dcterms:modified xsi:type="dcterms:W3CDTF">2025-12-11T04:50:13Z</dcterms:modified>
</cp:coreProperties>
</file>